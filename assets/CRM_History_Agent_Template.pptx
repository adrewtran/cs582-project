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0a442680fc4dcd" /><Relationship Type="http://schemas.openxmlformats.org/officeDocument/2006/relationships/extended-properties" Target="/docProps/app.xml" Id="Rfbd23c685e21411c" /><Relationship Type="http://schemas.openxmlformats.org/officeDocument/2006/relationships/officeDocument" Target="/ppt/presentation.xml" Id="R82e32cba7dd449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c6d0861eb44c6b"/>
  </p:sldMasterIdLst>
  <p:notesMasterIdLst>
    <p:notesMasterId xmlns:r="http://schemas.openxmlformats.org/officeDocument/2006/relationships" r:id="Red4d86c75d174933"/>
  </p:notesMasterIdLst>
  <p:sldIdLst>
    <p:sldId xmlns:r="http://schemas.openxmlformats.org/officeDocument/2006/relationships" id="256" r:id="R2e8285d70c154520"/>
    <p:sldId xmlns:r="http://schemas.openxmlformats.org/officeDocument/2006/relationships" id="257" r:id="Rd84b6437a2fc4692"/>
    <p:sldId xmlns:r="http://schemas.openxmlformats.org/officeDocument/2006/relationships" id="258" r:id="R99c3d3117b8f4926"/>
    <p:sldId xmlns:r="http://schemas.openxmlformats.org/officeDocument/2006/relationships" id="259" r:id="Ra218653cccbe4507"/>
    <p:sldId xmlns:r="http://schemas.openxmlformats.org/officeDocument/2006/relationships" id="260" r:id="R20258dbfe8d74980"/>
    <p:sldId xmlns:r="http://schemas.openxmlformats.org/officeDocument/2006/relationships" id="261" r:id="R67ff1260ea7d4906"/>
    <p:sldId xmlns:r="http://schemas.openxmlformats.org/officeDocument/2006/relationships" id="262" r:id="R939c453144db40ac"/>
    <p:sldId xmlns:r="http://schemas.openxmlformats.org/officeDocument/2006/relationships" id="263" r:id="Ra6141f10e8334c59"/>
    <p:sldId xmlns:r="http://schemas.openxmlformats.org/officeDocument/2006/relationships" id="264" r:id="R025a203ebbb448c3"/>
    <p:sldId xmlns:r="http://schemas.openxmlformats.org/officeDocument/2006/relationships" id="265" r:id="R3e44ae5671304a83"/>
    <p:sldId xmlns:r="http://schemas.openxmlformats.org/officeDocument/2006/relationships" id="266" r:id="R062e86148df44389"/>
    <p:sldId xmlns:r="http://schemas.openxmlformats.org/officeDocument/2006/relationships" id="267" r:id="R5f5cb9d1265d44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52fce5fb514737" /><Relationship Type="http://schemas.openxmlformats.org/officeDocument/2006/relationships/slideMaster" Target="/ppt/slideMasters/slideMaster1.xml" Id="Re7c6d0861eb44c6b" /><Relationship Type="http://schemas.openxmlformats.org/officeDocument/2006/relationships/notesMaster" Target="/ppt/notesMasters/notesMaster1.xml" Id="Red4d86c75d174933" /><Relationship Type="http://schemas.openxmlformats.org/officeDocument/2006/relationships/presProps" Target="/ppt/presProps.xml" Id="R6c63391e052f4733" /><Relationship Type="http://schemas.openxmlformats.org/officeDocument/2006/relationships/tableStyles" Target="/ppt/tableStyles.xml" Id="R288006df99044ae6" /><Relationship Type="http://schemas.openxmlformats.org/officeDocument/2006/relationships/slide" Target="/ppt/slides/slide1.xml" Id="R2e8285d70c154520" /><Relationship Type="http://schemas.openxmlformats.org/officeDocument/2006/relationships/slide" Target="/ppt/slides/slide2.xml" Id="Rd84b6437a2fc4692" /><Relationship Type="http://schemas.openxmlformats.org/officeDocument/2006/relationships/slide" Target="/ppt/slides/slide3.xml" Id="R99c3d3117b8f4926" /><Relationship Type="http://schemas.openxmlformats.org/officeDocument/2006/relationships/slide" Target="/ppt/slides/slide4.xml" Id="Ra218653cccbe4507" /><Relationship Type="http://schemas.openxmlformats.org/officeDocument/2006/relationships/slide" Target="/ppt/slides/slide5.xml" Id="R20258dbfe8d74980" /><Relationship Type="http://schemas.openxmlformats.org/officeDocument/2006/relationships/slide" Target="/ppt/slides/slide6.xml" Id="R67ff1260ea7d4906" /><Relationship Type="http://schemas.openxmlformats.org/officeDocument/2006/relationships/slide" Target="/ppt/slides/slide7.xml" Id="R939c453144db40ac" /><Relationship Type="http://schemas.openxmlformats.org/officeDocument/2006/relationships/slide" Target="/ppt/slides/slide8.xml" Id="Ra6141f10e8334c59" /><Relationship Type="http://schemas.openxmlformats.org/officeDocument/2006/relationships/slide" Target="/ppt/slides/slide9.xml" Id="R025a203ebbb448c3" /><Relationship Type="http://schemas.openxmlformats.org/officeDocument/2006/relationships/slide" Target="/ppt/slides/slide10.xml" Id="R3e44ae5671304a83" /><Relationship Type="http://schemas.openxmlformats.org/officeDocument/2006/relationships/slide" Target="/ppt/slides/slide11.xml" Id="R062e86148df44389" /><Relationship Type="http://schemas.openxmlformats.org/officeDocument/2006/relationships/slide" Target="/ppt/slides/slide12.xml" Id="R5f5cb9d1265d44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282fb07cf249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4d7ed34aa246cf" /><Relationship Type="http://schemas.openxmlformats.org/officeDocument/2006/relationships/notesMaster" Target="/ppt/notesMasters/notesMaster1.xml" Id="R8e3dec57483849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c51d91608b419a" /><Relationship Type="http://schemas.openxmlformats.org/officeDocument/2006/relationships/notesMaster" Target="/ppt/notesMasters/notesMaster1.xml" Id="R7316254183a84f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25a7c7226e43ba" /><Relationship Type="http://schemas.openxmlformats.org/officeDocument/2006/relationships/notesMaster" Target="/ppt/notesMasters/notesMaster1.xml" Id="R5dfe898ecdb448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3ae8271e5140aa" /><Relationship Type="http://schemas.openxmlformats.org/officeDocument/2006/relationships/notesMaster" Target="/ppt/notesMasters/notesMaster1.xml" Id="R33981ee471ac42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b4b80834054ba4" /><Relationship Type="http://schemas.openxmlformats.org/officeDocument/2006/relationships/notesMaster" Target="/ppt/notesMasters/notesMaster1.xml" Id="R45d6b65c501c41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9ee0a46e5e4932" /><Relationship Type="http://schemas.openxmlformats.org/officeDocument/2006/relationships/notesMaster" Target="/ppt/notesMasters/notesMaster1.xml" Id="R2d200e25ee914f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9211a00f8745d3" /><Relationship Type="http://schemas.openxmlformats.org/officeDocument/2006/relationships/notesMaster" Target="/ppt/notesMasters/notesMaster1.xml" Id="Rb0876672bf6143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9bd78f726843e5" /><Relationship Type="http://schemas.openxmlformats.org/officeDocument/2006/relationships/notesMaster" Target="/ppt/notesMasters/notesMaster1.xml" Id="R8372a1df948c48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c6ed340d0f4a4a" /><Relationship Type="http://schemas.openxmlformats.org/officeDocument/2006/relationships/notesMaster" Target="/ppt/notesMasters/notesMaster1.xml" Id="R6983bda0929344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e48e008e5049f9" /><Relationship Type="http://schemas.openxmlformats.org/officeDocument/2006/relationships/notesMaster" Target="/ppt/notesMasters/notesMaster1.xml" Id="Rcc28cce6319349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1744512b994891" /><Relationship Type="http://schemas.openxmlformats.org/officeDocument/2006/relationships/notesMaster" Target="/ppt/notesMasters/notesMaster1.xml" Id="R72e6accf1fd640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be9d696a904a58" /><Relationship Type="http://schemas.openxmlformats.org/officeDocument/2006/relationships/notesMaster" Target="/ppt/notesMasters/notesMaster1.xml" Id="R587a890cbeff40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[[note1]]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[[note2]]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[[note3]]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[[note4]]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[[note5]]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[[note6]]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[[note7]]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[[note8]]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[[note9]]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[[note10]]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[[note11]]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[[note12]]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b031b74ae04c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382d4afefa4d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6d329911e14e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f7696589848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686f69e88949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4f77af8a644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5CEFFB-68AE-4439-A51E-CCF005A29D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C4C9C2C-AA24-4203-8D92-9F6F3A1488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01AE9E-18CE-4412-8D6A-F164F9AA11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596C7E-7169-4311-A76A-501C361DE9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B46262-E443-4DE8-9EF4-A48961AB07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316FE7-DC8A-492A-9ED4-4763E6C4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4D0538-E0F9-425E-89E3-CE78FAC45C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F2F1913-18E0-4EE4-A4BD-53BBDB5371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8345E9-9368-4C17-AD1B-5E6107C30A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459164-3A44-420F-A0C0-CFDE468150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44ce36b9f44e66" /><Relationship Type="http://schemas.openxmlformats.org/officeDocument/2006/relationships/slideLayout" Target="/ppt/slideLayouts/slideLayout1.xml" Id="R1276426d34a74e4f" /><Relationship Type="http://schemas.openxmlformats.org/officeDocument/2006/relationships/slideLayout" Target="/ppt/slideLayouts/slideLayout2.xml" Id="Rd946cc71a075459f" /><Relationship Type="http://schemas.openxmlformats.org/officeDocument/2006/relationships/slideLayout" Target="/ppt/slideLayouts/slideLayout3.xml" Id="R9fe5eb6927914ea3" /><Relationship Type="http://schemas.openxmlformats.org/officeDocument/2006/relationships/slideLayout" Target="/ppt/slideLayouts/slideLayout4.xml" Id="R997941d5d7f743df" /><Relationship Type="http://schemas.openxmlformats.org/officeDocument/2006/relationships/slideLayout" Target="/ppt/slideLayouts/slideLayout5.xml" Id="R9b0976649fc14516" /><Relationship Type="http://schemas.openxmlformats.org/officeDocument/2006/relationships/slideLayout" Target="/ppt/slideLayouts/slideLayout6.xml" Id="Re49fc71c01474b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76426d34a74e4f"/>
    <p:sldLayoutId xmlns:r="http://schemas.openxmlformats.org/officeDocument/2006/relationships" id="2147483650" r:id="Rd946cc71a075459f"/>
    <p:sldLayoutId xmlns:r="http://schemas.openxmlformats.org/officeDocument/2006/relationships" id="2147483651" r:id="R9fe5eb6927914ea3"/>
    <p:sldLayoutId xmlns:r="http://schemas.openxmlformats.org/officeDocument/2006/relationships" id="2147483652" r:id="R997941d5d7f743df"/>
    <p:sldLayoutId xmlns:r="http://schemas.openxmlformats.org/officeDocument/2006/relationships" id="2147483653" r:id="R9b0976649fc14516"/>
    <p:sldLayoutId xmlns:r="http://schemas.openxmlformats.org/officeDocument/2006/relationships" id="2147483654" r:id="Re49fc71c01474b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52dbb9fb254bff" /><Relationship Type="http://schemas.openxmlformats.org/officeDocument/2006/relationships/notesSlide" Target="/ppt/notesSlides/notesSlide1.xml" Id="R33fa18a4ecb345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a10cd536124599" /><Relationship Type="http://schemas.openxmlformats.org/officeDocument/2006/relationships/notesSlide" Target="/ppt/notesSlides/notesSlide2.xml" Id="R78284656489740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494bb5ba704534" /><Relationship Type="http://schemas.openxmlformats.org/officeDocument/2006/relationships/notesSlide" Target="/ppt/notesSlides/notesSlide3.xml" Id="Re687256746ce44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4370eda9064fa5" /><Relationship Type="http://schemas.openxmlformats.org/officeDocument/2006/relationships/notesSlide" Target="/ppt/notesSlides/notesSlide4.xml" Id="R8ca7cc3f1be74e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bcf2e4abcb45c3" /><Relationship Type="http://schemas.openxmlformats.org/officeDocument/2006/relationships/notesSlide" Target="/ppt/notesSlides/notesSlide5.xml" Id="R9131a4d9e31e40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185596db284a2e" /><Relationship Type="http://schemas.openxmlformats.org/officeDocument/2006/relationships/notesSlide" Target="/ppt/notesSlides/notesSlide6.xml" Id="R778786791e9048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34e374331a4b1e" /><Relationship Type="http://schemas.openxmlformats.org/officeDocument/2006/relationships/notesSlide" Target="/ppt/notesSlides/notesSlide7.xml" Id="R73c5acbffec046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b3a848669c4124" /><Relationship Type="http://schemas.openxmlformats.org/officeDocument/2006/relationships/notesSlide" Target="/ppt/notesSlides/notesSlide8.xml" Id="R78ce8d6db7644d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a894dd769b4813" /><Relationship Type="http://schemas.openxmlformats.org/officeDocument/2006/relationships/notesSlide" Target="/ppt/notesSlides/notesSlide9.xml" Id="Ra65e536ea46b4e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60f2ca29c3494a" /><Relationship Type="http://schemas.openxmlformats.org/officeDocument/2006/relationships/notesSlide" Target="/ppt/notesSlides/notesSlide10.xml" Id="R4b18654a69884d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eb509e52f84711" /><Relationship Type="http://schemas.openxmlformats.org/officeDocument/2006/relationships/notesSlide" Target="/ppt/notesSlides/notesSlide11.xml" Id="R7e59d547eadb44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09b2ecf9734632" /><Relationship Type="http://schemas.openxmlformats.org/officeDocument/2006/relationships/notesSlide" Target="/ppt/notesSlides/notesSlide12.xml" Id="Re2430755aaf940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9F21D-5DD5-4794-A690-4188D933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D88"/>
                </a:solidFill>
                <a:latin typeface="Arial"/>
                <a:ea typeface="Arial"/>
                <a:cs typeface="Arial"/>
              </a:rPr>
              <a:t>[[kicker1]]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45B67-7DF0-42AA-8192-2B0EBB5E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A3A"/>
                </a:solidFill>
                <a:latin typeface="Arial"/>
                <a:ea typeface="Arial"/>
                <a:cs typeface="Arial"/>
              </a:rPr>
              <a:t>[[title1]]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A20A6-A6BC-460D-BF85-E8B1B596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[[line1_0]]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88353-4481-4B65-BB73-9C39F93E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[[line1_1]]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0D2D9-E93E-4BC2-840D-BBB6C295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[[line1_2]]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F2408-3ADC-4BE3-AD1B-417E0B0F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[[footer1]]</a:t>
            </a:r>
          </a:p>
        </p:txBody>
      </p:sp>
    </p:spTree>
    <p:extLst>
      <p:ext uri="{BB962C8B-B14F-4D97-AF65-F5344CB8AC3E}">
        <p14:creationId xmlns:p14="http://schemas.microsoft.com/office/powerpoint/2010/main" val="2125875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0577E-0BBE-4FA9-8934-7E9F124A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D88"/>
                </a:solidFill>
                <a:latin typeface="Arial"/>
                <a:ea typeface="Arial"/>
                <a:cs typeface="Arial"/>
              </a:rPr>
              <a:t>[[kicker2]]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8FE80-A698-4807-BC34-5DEDB87D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A3A"/>
                </a:solidFill>
                <a:latin typeface="Arial"/>
                <a:ea typeface="Arial"/>
                <a:cs typeface="Arial"/>
              </a:rPr>
              <a:t>[[title2]]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09F7C-F583-4B72-BB09-BC4A0D5E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[[line2_0]]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AD94E-6770-40F1-80E5-712FB72A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[[line2_1]]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B0E30-95FE-437C-9081-D33F62B9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[[line2_2]]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2004A-17D3-413A-B23F-BCCAB5A2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[[line2_3]]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C0937-3E84-47D6-AF09-EBCCAB40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[[footer2]]</a:t>
            </a:r>
          </a:p>
        </p:txBody>
      </p:sp>
    </p:spTree>
    <p:extLst>
      <p:ext uri="{BB962C8B-B14F-4D97-AF65-F5344CB8AC3E}">
        <p14:creationId xmlns:p14="http://schemas.microsoft.com/office/powerpoint/2010/main" val="9763697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9E8CE-40FD-4D38-8DDD-CA884DE6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D88"/>
                </a:solidFill>
                <a:latin typeface="Arial"/>
                <a:ea typeface="Arial"/>
                <a:cs typeface="Arial"/>
              </a:rPr>
              <a:t>[[kicker3]]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C1976-7223-4FD9-A846-E9243B77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A3A"/>
                </a:solidFill>
                <a:latin typeface="Arial"/>
                <a:ea typeface="Arial"/>
                <a:cs typeface="Arial"/>
              </a:rPr>
              <a:t>[[title3]]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D1B12-13DE-4C5C-B784-40BE94DB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[[line3_0]]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B6ED2-42D9-41E7-A3BD-AF4F7A5E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[[line3_1]]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DFBD2-747B-43B8-A36D-A8D83ADE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[[line3_2]]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3B467-A7B6-41F3-9FBD-2B4AB776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[[line3_3]]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A78C6-3404-48BC-9594-3F5846C9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[[footer3]]</a:t>
            </a:r>
          </a:p>
        </p:txBody>
      </p:sp>
    </p:spTree>
    <p:extLst>
      <p:ext uri="{BB962C8B-B14F-4D97-AF65-F5344CB8AC3E}">
        <p14:creationId xmlns:p14="http://schemas.microsoft.com/office/powerpoint/2010/main" val="3900322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CA689-D5A7-4AA3-92F8-838156B3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D88"/>
                </a:solidFill>
                <a:latin typeface="Arial"/>
                <a:ea typeface="Arial"/>
                <a:cs typeface="Arial"/>
              </a:rPr>
              <a:t>[[kicker4]]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A81CD-4840-4B4C-AB0F-0B33C148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A3A"/>
                </a:solidFill>
                <a:latin typeface="Arial"/>
                <a:ea typeface="Arial"/>
                <a:cs typeface="Arial"/>
              </a:rPr>
              <a:t>[[title4]]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3CE83-74E1-467E-B6AA-8DA7A99F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[[line4_0]]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60C2E-0497-4391-A6AD-90E8408D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[[line4_1]]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BCE76-9136-41A2-889C-057735AF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[[line4_2]]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B02AF-74EB-4C31-926D-696F8EC0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[[line4_3]]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027DC-D028-42AC-9399-6AA87243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[[footer4]]</a:t>
            </a:r>
          </a:p>
        </p:txBody>
      </p:sp>
    </p:spTree>
    <p:extLst>
      <p:ext uri="{BB962C8B-B14F-4D97-AF65-F5344CB8AC3E}">
        <p14:creationId xmlns:p14="http://schemas.microsoft.com/office/powerpoint/2010/main" val="1415871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E00FF-C581-440A-BC39-39FEB5D5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D88"/>
                </a:solidFill>
                <a:latin typeface="Arial"/>
                <a:ea typeface="Arial"/>
                <a:cs typeface="Arial"/>
              </a:rPr>
              <a:t>[[kicker5]]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0766F-669E-4478-9977-33638B3A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A3A"/>
                </a:solidFill>
                <a:latin typeface="Arial"/>
                <a:ea typeface="Arial"/>
                <a:cs typeface="Arial"/>
              </a:rPr>
              <a:t>[[title5]]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61AF4-8D0A-4FD0-832C-9BD501AD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[[line5_0]]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5FBBD-D9F8-493A-9854-FF29ABDA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[[line5_1]]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EAE70-D930-4FE3-825D-3F740459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[[line5_2]]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E0D2B-A673-4630-973B-31981380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[[line5_3]]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300D0-9F0D-4F90-8C5B-8F83240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[[footer5]]</a:t>
            </a:r>
          </a:p>
        </p:txBody>
      </p:sp>
    </p:spTree>
    <p:extLst>
      <p:ext uri="{BB962C8B-B14F-4D97-AF65-F5344CB8AC3E}">
        <p14:creationId xmlns:p14="http://schemas.microsoft.com/office/powerpoint/2010/main" val="272258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5C20B-3B8B-4B94-89B1-EC0E175A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D88"/>
                </a:solidFill>
                <a:latin typeface="Arial"/>
                <a:ea typeface="Arial"/>
                <a:cs typeface="Arial"/>
              </a:rPr>
              <a:t>[[kicker6]]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E6738-63CB-4644-B0DA-C505801E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A3A"/>
                </a:solidFill>
                <a:latin typeface="Arial"/>
                <a:ea typeface="Arial"/>
                <a:cs typeface="Arial"/>
              </a:rPr>
              <a:t>[[title6]]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9F2A6-38A0-4028-876C-9E34A78A6699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305050"/>
                <a:gridCol w="2305050"/>
                <a:gridCol w="2362200"/>
              </a:tblGrid>
              <a:tr h="438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[[cell6_0_0]]</a:t>
                      </a:r>
                    </a:p>
                  </a:txBody>
                  <a:tcPr marL="91440" marR="91440" marT="45720" marB="45720">
                    <a:solidFill>
                      <a:srgbClr val="127D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[[cell6_0_1]]</a:t>
                      </a:r>
                    </a:p>
                  </a:txBody>
                  <a:tcPr marL="91440" marR="91440" marT="45720" marB="45720">
                    <a:solidFill>
                      <a:srgbClr val="127D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[[cell6_0_2]]</a:t>
                      </a:r>
                    </a:p>
                  </a:txBody>
                  <a:tcPr marL="91440" marR="91440" marT="45720" marB="45720">
                    <a:solidFill>
                      <a:srgbClr val="127D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[[cell6_0_3]]</a:t>
                      </a:r>
                    </a:p>
                  </a:txBody>
                  <a:tcPr marL="91440" marR="91440" marT="45720" marB="45720">
                    <a:solidFill>
                      <a:srgbClr val="127D88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[[cell6_1_0]]</a:t>
                      </a:r>
                    </a:p>
                  </a:txBody>
                  <a:tcPr marL="91440" marR="91440" marT="45720" marB="45720"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[[cell6_1_1]]</a:t>
                      </a:r>
                    </a:p>
                  </a:txBody>
                  <a:tcPr marL="91440" marR="91440" marT="45720" marB="45720"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[[cell6_1_2]]</a:t>
                      </a:r>
                    </a:p>
                  </a:txBody>
                  <a:tcPr marL="91440" marR="91440" marT="45720" marB="45720"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[[cell6_1_3]]</a:t>
                      </a:r>
                    </a:p>
                  </a:txBody>
                  <a:tcPr marL="91440" marR="91440" marT="45720" marB="45720">
                    <a:solidFill>
                      <a:srgbClr val="E4EEF0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[[cell6_2_0]]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[[cell6_2_1]]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[[cell6_2_2]]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[[cell6_2_3]]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[[cell6_3_0]]</a:t>
                      </a:r>
                    </a:p>
                  </a:txBody>
                  <a:tcPr marL="91440" marR="91440" marT="45720" marB="45720"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[[cell6_3_1]]</a:t>
                      </a:r>
                    </a:p>
                  </a:txBody>
                  <a:tcPr marL="91440" marR="91440" marT="45720" marB="45720"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[[cell6_3_2]]</a:t>
                      </a:r>
                    </a:p>
                  </a:txBody>
                  <a:tcPr marL="91440" marR="91440" marT="45720" marB="45720"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[[cell6_3_3]]</a:t>
                      </a:r>
                    </a:p>
                  </a:txBody>
                  <a:tcPr marL="91440" marR="91440" marT="45720" marB="45720">
                    <a:solidFill>
                      <a:srgbClr val="E4EEF0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[[cell6_4_0]]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[[cell6_4_1]]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[[cell6_4_2]]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[[cell6_4_3]]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[[cell6_5_0]]</a:t>
                      </a:r>
                    </a:p>
                  </a:txBody>
                  <a:tcPr marL="91440" marR="91440" marT="45720" marB="45720"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[[cell6_5_1]]</a:t>
                      </a:r>
                    </a:p>
                  </a:txBody>
                  <a:tcPr marL="91440" marR="91440" marT="45720" marB="45720"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[[cell6_5_2]]</a:t>
                      </a:r>
                    </a:p>
                  </a:txBody>
                  <a:tcPr marL="91440" marR="91440" marT="45720" marB="45720"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[[cell6_5_3]]</a:t>
                      </a:r>
                    </a:p>
                  </a:txBody>
                  <a:tcPr marL="91440" marR="91440" marT="45720" marB="45720">
                    <a:solidFill>
                      <a:srgbClr val="E4EEF0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[[cell6_6_0]]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[[cell6_6_1]]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[[cell6_6_2]]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A3A"/>
                          </a:solidFill>
                          <a:latin typeface="Arial"/>
                          <a:ea typeface="Arial"/>
                          <a:cs typeface="Arial"/>
                        </a:rPr>
                        <a:t>[[cell6_6_3]]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B3E93-47D2-4537-8BB4-22D6E2A2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[[line6_0]]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9DA49-5A44-46A4-99A7-D68159C8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[[line6_1]]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4377C-69A1-41B9-B77E-2D37FFC6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[[footer6]]</a:t>
            </a:r>
          </a:p>
        </p:txBody>
      </p:sp>
    </p:spTree>
    <p:extLst>
      <p:ext uri="{BB962C8B-B14F-4D97-AF65-F5344CB8AC3E}">
        <p14:creationId xmlns:p14="http://schemas.microsoft.com/office/powerpoint/2010/main" val="20876154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DAD6B-63E6-4DC2-9BF0-F25E847A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D88"/>
                </a:solidFill>
                <a:latin typeface="Arial"/>
                <a:ea typeface="Arial"/>
                <a:cs typeface="Arial"/>
              </a:rPr>
              <a:t>[[kicker7]]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8D87F-4947-4284-B58D-93B8E193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A3A"/>
                </a:solidFill>
                <a:latin typeface="Arial"/>
                <a:ea typeface="Arial"/>
                <a:cs typeface="Arial"/>
              </a:rPr>
              <a:t>[[title7]]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26E0C-EE5B-4170-9E9E-6A4C2162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[[line7_0]]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5B786-F6A3-4AD4-BB41-5C1CC6EA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[[line7_1]]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D7813-7D71-4BFF-9843-705977B8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[[line7_2]]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534A3-AB2E-4482-98F6-016A4F01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[[line7_3]]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A51E8-6942-4692-8F91-734C93E2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[[footer7]]</a:t>
            </a:r>
          </a:p>
        </p:txBody>
      </p:sp>
    </p:spTree>
    <p:extLst>
      <p:ext uri="{BB962C8B-B14F-4D97-AF65-F5344CB8AC3E}">
        <p14:creationId xmlns:p14="http://schemas.microsoft.com/office/powerpoint/2010/main" val="17534960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CCE65-4561-4E3D-B6E9-A7FDC491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D88"/>
                </a:solidFill>
                <a:latin typeface="Arial"/>
                <a:ea typeface="Arial"/>
                <a:cs typeface="Arial"/>
              </a:rPr>
              <a:t>[[kicker8]]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3202F-D6CF-4C99-A09E-FF237244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A3A"/>
                </a:solidFill>
                <a:latin typeface="Arial"/>
                <a:ea typeface="Arial"/>
                <a:cs typeface="Arial"/>
              </a:rPr>
              <a:t>[[title8]]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D940D-4FC4-441C-AEAA-D15D80B8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[[line8_0]]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981A7-1BED-4E76-B5FF-552CB084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[[line8_1]]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23246-DDC2-4ABE-8087-372EB6ED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[[line8_2]]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734EA-3650-4AF5-969A-D31AB522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[[line8_3]]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F89A1-9863-4EB1-A345-85BD4E56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[[footer8]]</a:t>
            </a:r>
          </a:p>
        </p:txBody>
      </p:sp>
    </p:spTree>
    <p:extLst>
      <p:ext uri="{BB962C8B-B14F-4D97-AF65-F5344CB8AC3E}">
        <p14:creationId xmlns:p14="http://schemas.microsoft.com/office/powerpoint/2010/main" val="11068840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3E694-52E6-42D3-8F03-2E95C925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D88"/>
                </a:solidFill>
                <a:latin typeface="Arial"/>
                <a:ea typeface="Arial"/>
                <a:cs typeface="Arial"/>
              </a:rPr>
              <a:t>[[kicker9]]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5E51B-723C-4712-A6DD-6AD2CE9B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A3A"/>
                </a:solidFill>
                <a:latin typeface="Arial"/>
                <a:ea typeface="Arial"/>
                <a:cs typeface="Arial"/>
              </a:rPr>
              <a:t>[[title9]]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FEA05-C7E0-4F36-974E-2A0A778E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[[line9_0]]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F2A02-539F-4B8B-8C7D-092D6B97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[[line9_1]]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EE719-27DA-4125-A0F3-3B042275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[[line9_2]]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74652-46B8-48D7-AF3A-EA0C6EB3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[[line9_3]]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CC3BE-551E-4825-8201-79B0F6E2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[[footer9]]</a:t>
            </a:r>
          </a:p>
        </p:txBody>
      </p:sp>
    </p:spTree>
    <p:extLst>
      <p:ext uri="{BB962C8B-B14F-4D97-AF65-F5344CB8AC3E}">
        <p14:creationId xmlns:p14="http://schemas.microsoft.com/office/powerpoint/2010/main" val="17338167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D0DCC-4FBC-41CB-AE2F-4622837F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D88"/>
                </a:solidFill>
                <a:latin typeface="Arial"/>
                <a:ea typeface="Arial"/>
                <a:cs typeface="Arial"/>
              </a:rPr>
              <a:t>[[kicker10]]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FEACE-A8B0-4E22-BC9B-1346906B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A3A"/>
                </a:solidFill>
                <a:latin typeface="Arial"/>
                <a:ea typeface="Arial"/>
                <a:cs typeface="Arial"/>
              </a:rPr>
              <a:t>[[title10]]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8560E-0F2A-4E8C-A4C9-0B33195F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[[line10_0]]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2E0EF-2698-4E65-8726-63DAFD17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[[line10_1]]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DC76E-1191-41EB-9B5D-82603F01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[[line10_2]]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4ACE6-A52A-4982-8D94-9924FCD3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[[line10_3]]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C309D-0593-4CA6-A3F3-2BAC782A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[[footer10]]</a:t>
            </a:r>
          </a:p>
        </p:txBody>
      </p:sp>
    </p:spTree>
    <p:extLst>
      <p:ext uri="{BB962C8B-B14F-4D97-AF65-F5344CB8AC3E}">
        <p14:creationId xmlns:p14="http://schemas.microsoft.com/office/powerpoint/2010/main" val="14819747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A08DF-6265-4659-9782-296CEB2D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D88"/>
                </a:solidFill>
                <a:latin typeface="Arial"/>
                <a:ea typeface="Arial"/>
                <a:cs typeface="Arial"/>
              </a:rPr>
              <a:t>[[kicker11]]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D9AF7-4C0B-4E22-AC28-89DA2FC7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A3A"/>
                </a:solidFill>
                <a:latin typeface="Arial"/>
                <a:ea typeface="Arial"/>
                <a:cs typeface="Arial"/>
              </a:rPr>
              <a:t>[[title11]]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B7E31-C537-47FA-808B-0A307757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[[line11_0]]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B0CAF-E458-4518-A46F-2FC16CC5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[[line11_1]]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3AF5C-BEF8-432E-ABCB-4FD5E903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[[line11_2]]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8CBA0-2CBD-47D1-B2ED-DB0AE4D8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[[line11_3]]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8D44D-7634-40B5-B625-32C76B97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[[footer11]]</a:t>
            </a:r>
          </a:p>
        </p:txBody>
      </p:sp>
    </p:spTree>
    <p:extLst>
      <p:ext uri="{BB962C8B-B14F-4D97-AF65-F5344CB8AC3E}">
        <p14:creationId xmlns:p14="http://schemas.microsoft.com/office/powerpoint/2010/main" val="7304013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B31E3-85D7-49B8-9162-A33F725F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27D8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D88"/>
                </a:solidFill>
                <a:latin typeface="Arial"/>
                <a:ea typeface="Arial"/>
                <a:cs typeface="Arial"/>
              </a:rPr>
              <a:t>[[kicker12]]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3E23D-5278-4C26-A7B0-C2E86BD6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A3A"/>
                </a:solidFill>
                <a:latin typeface="Arial"/>
                <a:ea typeface="Arial"/>
                <a:cs typeface="Arial"/>
              </a:rPr>
              <a:t>[[title12]]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BE605-6F4E-4DFC-893A-D6806F13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[[line12_0]]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AF93E-65F9-4BE6-9DD7-87376A3F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[[line12_1]]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A2C3F-7DD3-485D-A4DD-B47C11EC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[[line12_2]]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41E4C-C2AC-46D3-8A2C-C0953F89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782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2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A3A"/>
                </a:solidFill>
                <a:latin typeface="Arial"/>
                <a:ea typeface="Arial"/>
                <a:cs typeface="Arial"/>
              </a:rPr>
              <a:t>[[line12_3]]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4ACBF-D09E-46C4-9D02-1AA9D3A1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[[footer12]]</a:t>
            </a:r>
          </a:p>
        </p:txBody>
      </p:sp>
    </p:spTree>
    <p:extLst>
      <p:ext uri="{BB962C8B-B14F-4D97-AF65-F5344CB8AC3E}">
        <p14:creationId xmlns:p14="http://schemas.microsoft.com/office/powerpoint/2010/main" val="17019489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2026-10-08T10:01:03.6280000Z</dcterms:created>
  <dcterms:modified xsi:type="dcterms:W3CDTF">2026-10-08T10:01:03.6280000Z</dcterms:modified>
</coreProperties>
</file>